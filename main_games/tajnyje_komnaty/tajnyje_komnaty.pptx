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6BBA18-B076-D0B4-421E-CB828B1FB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6ED8451-67C1-2751-268F-A34F171D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ru-RU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5A73B2A-2D50-7F36-8157-0BFDF9C5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8AD72BE-C4A2-811F-60E7-59086522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EAA3AFF-3BDC-DB39-952F-C1F2A0E9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30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61D8E1-7CD9-EA5E-9670-A2BF9283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310007-DCBE-14DD-05AE-7F20795F0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422FAF1-21C9-0938-839A-59C89D0C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BA61F4C-DD56-A870-978D-E22F18056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E3220D-F916-ACF7-D8C8-28253EB15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4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62E7B5-6347-4C73-E148-59ECADDCF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BFA65A6-BAF6-AD81-6A44-9C57105CF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444CBAF-1EAC-0114-E1B5-F5BD86C8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C07F891-A2BA-D21B-18AC-CB61D131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B43EC61-1240-7C9F-4683-EE735993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41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F363AA-35BC-B8E7-E407-F910DAC7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4C304E-2F3D-A957-71C9-BCC556722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6A346EC-76A0-BFAB-0FAB-F41584AAD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86378F3-0A15-FAFB-AC06-B41EC1EB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7262A71-B938-79C1-F240-E983EF0A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BAD3419-9F74-5BDC-D7E4-716C3C65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06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F62C06-903A-0295-1EC8-E4A4726F2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5DD5B61-923F-8A09-C27A-2048F623B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B1BCB70-F809-2372-0E4B-3CD7AB7E8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8182145-8EB8-643F-29D0-B12942831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4CED3F0-2AA1-5A85-77E9-4B9EBD64F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74724E8-5E37-2711-6DE9-88BBE7DF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0EB27D5-8650-43FE-C828-6A74EE48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C494B36-BE52-63FA-7CFB-9AC25FAEE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7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8BF309-6DC8-B741-8699-5B76E31E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967AA0E-92FF-B04E-8DE4-4D60709E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B72193A-0A53-8CB4-7A9F-A4E25434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FFC2055-071C-0067-E9D8-4CE216F7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81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0E9CF29-9207-DB0B-E3A5-A258E828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7022110-C6C9-E29F-4393-ADDE4C0D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BCDA608-3B8F-0210-30D5-5575516B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30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826694-2D00-9FC9-C858-BD0F4370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1AB4879-0C44-A099-8063-631C1E39C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51ED2B4-E57E-0185-4150-F9932D60C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8048472-46F9-DB41-FB5A-08EB6E38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BB543CA-0671-CFF7-B987-F934943D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5AE9558-CD61-640D-DB9B-6702DB98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64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B3E2B8-52A5-7950-AC8B-EA537D81D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EC37238-D54C-5E58-A2F9-8A30D21A2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604628B-8B01-065D-CEF8-137AC7D10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F1E51D-B6CE-5ACC-52CB-D0565C015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767107D-3567-77CC-BF00-72329438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331E90D-74E9-6104-9905-BD9A1571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39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BE2F7F-1F61-92C9-6BA8-30053790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E18484D-2342-6CFA-7FDE-41223C134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40B334-F637-21AB-D084-63E2EC86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0C10F8-0FC3-2B06-392C-A8CA9659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814B2C-23E1-6334-AA68-7FB4047D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64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C30AAA8-26A6-4CBC-BB9F-2A5E63A8C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8D8D696-F075-4E3B-6320-4825F483F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4515A4-763D-082A-7FD6-E70E8F8C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AE75C83-7FED-2630-2795-05086F9E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6833B5-58B2-6120-86B5-845AD950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32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D27532C5-9DF7-37AA-F64E-2E60D398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ru-RU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145ADD3-0B47-7ECD-829F-9C784E050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ru-RU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5CDFB6F-3680-5C62-BC77-D089A8CC6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9E4C0-06DD-4779-99A9-BA5631FD26D9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659EE6-5F6F-DAAA-FC11-2A7616DBE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C35632-8A3E-27B6-8C47-66033DF06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09E6F-B7C6-4B9F-993B-59296E4BB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75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362CDE-2D5B-6F19-52AF-AF01548C9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604425"/>
            <a:ext cx="6925734" cy="1158081"/>
          </a:xfrm>
        </p:spPr>
        <p:txBody>
          <a:bodyPr>
            <a:normAutofit/>
          </a:bodyPr>
          <a:lstStyle/>
          <a:p>
            <a:r>
              <a:rPr lang="ru-RU" sz="4000" dirty="0"/>
              <a:t>Тайные комнаты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2AB1649-535F-2731-0CB1-70DFCF744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6200" cy="165576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CBC4ECF-0205-7B00-07DB-F0820FE7CB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7B3EE6B-5CEE-07EE-71D4-05118BF689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152400" y="5410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5CA003D-8D8D-0646-54BB-499F0AD9C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1944AFC5-27DA-FE99-EB64-548E23A03F9E}"/>
              </a:ext>
            </a:extLst>
          </p:cNvPr>
          <p:cNvCxnSpPr/>
          <p:nvPr/>
        </p:nvCxnSpPr>
        <p:spPr>
          <a:xfrm>
            <a:off x="7188200" y="262467"/>
            <a:ext cx="0" cy="9906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9DD2FF1F-4987-6673-559B-320AFCBBBD7B}"/>
              </a:ext>
            </a:extLst>
          </p:cNvPr>
          <p:cNvCxnSpPr>
            <a:cxnSpLocks/>
          </p:cNvCxnSpPr>
          <p:nvPr/>
        </p:nvCxnSpPr>
        <p:spPr>
          <a:xfrm>
            <a:off x="7188200" y="262467"/>
            <a:ext cx="1083733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AE1EC10C-16B1-7BF6-B5FE-364783F2169F}"/>
              </a:ext>
            </a:extLst>
          </p:cNvPr>
          <p:cNvCxnSpPr/>
          <p:nvPr/>
        </p:nvCxnSpPr>
        <p:spPr>
          <a:xfrm>
            <a:off x="7255934" y="5596466"/>
            <a:ext cx="0" cy="9906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23A1D0BF-0707-5653-1930-FB9A346A213B}"/>
              </a:ext>
            </a:extLst>
          </p:cNvPr>
          <p:cNvCxnSpPr>
            <a:cxnSpLocks/>
          </p:cNvCxnSpPr>
          <p:nvPr/>
        </p:nvCxnSpPr>
        <p:spPr>
          <a:xfrm>
            <a:off x="7255934" y="6553199"/>
            <a:ext cx="1083733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E843B414-F296-FBCC-0030-FA35F3F77D7F}"/>
              </a:ext>
            </a:extLst>
          </p:cNvPr>
          <p:cNvCxnSpPr/>
          <p:nvPr/>
        </p:nvCxnSpPr>
        <p:spPr>
          <a:xfrm>
            <a:off x="11836400" y="5596466"/>
            <a:ext cx="0" cy="9906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90353FD2-9C5F-9E82-A055-634C7B3AA94B}"/>
              </a:ext>
            </a:extLst>
          </p:cNvPr>
          <p:cNvCxnSpPr>
            <a:cxnSpLocks/>
          </p:cNvCxnSpPr>
          <p:nvPr/>
        </p:nvCxnSpPr>
        <p:spPr>
          <a:xfrm>
            <a:off x="10769600" y="6587066"/>
            <a:ext cx="1083733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DD7FD46E-4398-9AC4-8B63-23991B57A9C2}"/>
              </a:ext>
            </a:extLst>
          </p:cNvPr>
          <p:cNvCxnSpPr/>
          <p:nvPr/>
        </p:nvCxnSpPr>
        <p:spPr>
          <a:xfrm>
            <a:off x="11836400" y="262467"/>
            <a:ext cx="0" cy="9906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9AC37B7A-FE6E-E2EE-E348-FB6550838680}"/>
              </a:ext>
            </a:extLst>
          </p:cNvPr>
          <p:cNvCxnSpPr>
            <a:cxnSpLocks/>
          </p:cNvCxnSpPr>
          <p:nvPr/>
        </p:nvCxnSpPr>
        <p:spPr>
          <a:xfrm>
            <a:off x="10769600" y="262467"/>
            <a:ext cx="1083733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118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DC0177-5C54-E0C1-F8D3-6B263459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2" name="Symbol zastępczy zawartości 81">
            <a:extLst>
              <a:ext uri="{FF2B5EF4-FFF2-40B4-BE49-F238E27FC236}">
                <a16:creationId xmlns:a16="http://schemas.microsoft.com/office/drawing/2014/main" id="{1CE6D9FD-5E38-8937-C914-687CD87D0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59199"/>
            <a:ext cx="5808133" cy="24177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90" name="Obraz 89" descr="Obraz zawierający zrzut ekranu, linia, Prostokąt, design&#10;&#10;Zawartość wygenerowana przez AI może być niepoprawna.">
            <a:extLst>
              <a:ext uri="{FF2B5EF4-FFF2-40B4-BE49-F238E27FC236}">
                <a16:creationId xmlns:a16="http://schemas.microsoft.com/office/drawing/2014/main" id="{3915F443-F743-57A3-3F95-0DED5333E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81" y="482600"/>
            <a:ext cx="12196781" cy="589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97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9308B3-970E-6899-248A-F7843DCA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88A670-6284-0B7C-2790-1EDDA07F8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Obraz 4" descr="Obraz zawierający zrzut ekranu, kwadrat, wzór, Prostokąt&#10;&#10;Zawartość wygenerowana przez AI może być niepoprawna.">
            <a:extLst>
              <a:ext uri="{FF2B5EF4-FFF2-40B4-BE49-F238E27FC236}">
                <a16:creationId xmlns:a16="http://schemas.microsoft.com/office/drawing/2014/main" id="{32474E38-CCEE-B432-30B8-C959F0778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970"/>
            <a:ext cx="12192000" cy="590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99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E865A4-B1F6-46F7-902F-BFD31A5F4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37CD217-597B-BBE0-C59C-BEE4928BA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Obraz 4" descr="Obraz zawierający zrzut ekranu, Wielobarwność, design, piksel&#10;&#10;Zawartość wygenerowana przez AI może być niepoprawna.">
            <a:extLst>
              <a:ext uri="{FF2B5EF4-FFF2-40B4-BE49-F238E27FC236}">
                <a16:creationId xmlns:a16="http://schemas.microsoft.com/office/drawing/2014/main" id="{B76AB89A-8820-79C8-530A-03CCEEF6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061"/>
            <a:ext cx="12192000" cy="589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6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870138-1423-96F8-400B-A136C510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10133A-0100-238B-D9CB-CE4E83EE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Obraz 4" descr="Obraz zawierający zrzut ekranu, Wielobarwność, piksel, design&#10;&#10;Zawartość wygenerowana przez AI może być niepoprawna.">
            <a:extLst>
              <a:ext uri="{FF2B5EF4-FFF2-40B4-BE49-F238E27FC236}">
                <a16:creationId xmlns:a16="http://schemas.microsoft.com/office/drawing/2014/main" id="{5472537C-9CCC-3409-F098-E61BB88D2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920"/>
            <a:ext cx="12192000" cy="589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8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B92020-01A7-5038-90E3-0AA327D6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588F966-1EB5-AD04-E0C1-0B4D38503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Obraz 4" descr="Obraz zawierający zrzut ekranu, piksel, design&#10;&#10;Zawartość wygenerowana przez AI może być niepoprawna.">
            <a:extLst>
              <a:ext uri="{FF2B5EF4-FFF2-40B4-BE49-F238E27FC236}">
                <a16:creationId xmlns:a16="http://schemas.microsoft.com/office/drawing/2014/main" id="{49ADE5FB-0D18-17DB-4E1C-268EB8DE1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474"/>
            <a:ext cx="12192000" cy="58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8494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</Words>
  <Application>Microsoft Office PowerPoint</Application>
  <PresentationFormat>Panoramiczny</PresentationFormat>
  <Paragraphs>1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Motyw pakietu Office</vt:lpstr>
      <vt:lpstr>Тайные комнаты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Krutko</dc:creator>
  <cp:lastModifiedBy>Boris Krutko</cp:lastModifiedBy>
  <cp:revision>1</cp:revision>
  <dcterms:created xsi:type="dcterms:W3CDTF">2025-12-30T09:24:03Z</dcterms:created>
  <dcterms:modified xsi:type="dcterms:W3CDTF">2025-12-30T11:12:14Z</dcterms:modified>
</cp:coreProperties>
</file>